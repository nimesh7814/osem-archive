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835AF-AA21-7F77-5193-4EEF997BA4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89447D-1AC3-ECAA-C0C2-0CEDE19409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EA636-36C4-0935-3EB9-79336CAD5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7F4A-383F-413F-88B6-B28AF45DCEC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AB9AE-FF15-2342-F850-582ECEAD3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14AA6-8501-BE2D-DE75-A60C3D76F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686B-C1CF-436F-ACD3-2C56CE82B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14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32AF5-9742-8A53-7225-FD409F8CD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04C82-7280-9A71-717B-84BC1EF4F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F6B44-6D1D-9FA8-06D8-C3D3A2F8D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7F4A-383F-413F-88B6-B28AF45DCEC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390AA-FDCA-B946-C5AC-F3560F868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00457-5817-27B5-155A-0120CE771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686B-C1CF-436F-ACD3-2C56CE82B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79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750BD-DF3C-F7CB-C9C0-22CFE15F6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1A4EF-F22C-DDEF-0C56-7188C4CC3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3F095-D436-3F2D-CFE2-BE6838BFE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7F4A-383F-413F-88B6-B28AF45DCEC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4AC62-309F-33B9-7FB7-6E5531FFA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DA9D6-891C-935B-B263-3C33D1153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686B-C1CF-436F-ACD3-2C56CE82B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638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0FD09-8BCB-769C-C2CE-9158685DE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83D63-AA5C-805B-A5C7-46628E8E3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E53EA-64DF-4D42-7996-89821824B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7B8F6-8608-2160-BB48-155357784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7F4A-383F-413F-88B6-B28AF45DCEC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2D13B-D9BD-DA99-2002-4E416C66E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A5989-A9E7-11A5-F5A5-D9E72115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686B-C1CF-436F-ACD3-2C56CE82B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31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5D07-9C40-1525-78BF-23D71599F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C066F-F027-A1F8-0E42-0D066D3BD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246B7A-47C8-B567-8DE5-E471CCC23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D1D71D-3E9C-7A77-CB07-A02D740BB2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D39A7A-5A7B-D8C6-131F-D2D0BFD557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C35DC4-F05F-7EA2-BA4F-7D705ABA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7F4A-383F-413F-88B6-B28AF45DCEC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544F29-09B7-AB4A-EE4F-3CEFFD9B2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E3D16-6031-6191-0FB8-50558D6CA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686B-C1CF-436F-ACD3-2C56CE82B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50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3D030-6898-3B6F-780D-41A366B9B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25B32F-72E2-E310-C017-A0BE8149C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7F4A-383F-413F-88B6-B28AF45DCEC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81B33B-4A85-3439-1815-A67237CE9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A7D664-A115-2D63-F6EF-229473DAD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686B-C1CF-436F-ACD3-2C56CE82B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556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B317E0-AE87-5910-AE79-3C8588B58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7F4A-383F-413F-88B6-B28AF45DCEC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9B6119-08F7-C0BB-4DFF-58136C511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2B85C-6AE5-F253-C529-F0E17FBDF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686B-C1CF-436F-ACD3-2C56CE82B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094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D0F88-4B40-A06B-5AE6-6DADF2577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D12F3-AE68-C596-4A3E-74FC674BF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94FC0-8E57-EEAE-C06F-DE7B641C1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9FEEF-B98D-72C4-628A-22FF61CF7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7F4A-383F-413F-88B6-B28AF45DCEC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5EF70-6385-B621-BAFF-32D3C5B26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CE6E7-7403-4DFD-E9C2-0D74B978D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686B-C1CF-436F-ACD3-2C56CE82B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8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4CF4D-5061-08E5-2D17-F691869E2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4A570E-8739-BDBC-64E0-AE2ECAD250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C698F-B6D1-282D-4469-998F6F8D4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21975-092B-65D5-3797-BCB64FF38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7F4A-383F-413F-88B6-B28AF45DCEC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E8BBB-186A-1096-7355-8815BC7CB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A9590-0DB2-3247-AE8D-DBA501988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686B-C1CF-436F-ACD3-2C56CE82B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20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CD154-ADE1-4AD6-1494-901BC5AEA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735DE-24CC-401F-6010-9B524F555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C3E15-8474-2D9C-5BAD-7CF4016E7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7F4A-383F-413F-88B6-B28AF45DCEC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09B4A-9ADA-14FC-5445-C88D26C81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D5BBB-3B01-8421-56EC-E8342CDB9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686B-C1CF-436F-ACD3-2C56CE82B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87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9CCA36-F62E-FD29-3C56-3FB8E841D4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700C53-44B7-BBCE-411E-FC3997F2F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7AA43-881F-C4E0-E961-E5D2332E2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7F4A-383F-413F-88B6-B28AF45DCEC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B39E2-108C-60CB-5EE6-36C4BCBE9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960D3-A02C-FC29-66AA-F3C2F8FFF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1686B-C1CF-436F-ACD3-2C56CE82B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75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AC7B6F-9534-0CA0-E6F8-473611337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8A48A-8801-CF32-ED9C-CEC395C94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40441-D219-7227-EECF-D9339ED4D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07F4A-383F-413F-88B6-B28AF45DCEC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ABA50-1A1B-54CC-37CB-2191885D12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A9B6F-335E-1C40-C653-5DC6DAC7E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11686B-C1CF-436F-ACD3-2C56CE82B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90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08B16DC-352C-AA0A-F46D-A89294FC3865}"/>
              </a:ext>
            </a:extLst>
          </p:cNvPr>
          <p:cNvSpPr/>
          <p:nvPr/>
        </p:nvSpPr>
        <p:spPr>
          <a:xfrm>
            <a:off x="4757260" y="1527427"/>
            <a:ext cx="2146832" cy="1510031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4AED3B7-B7A4-C70B-83A8-E4C834EF0DDB}"/>
              </a:ext>
            </a:extLst>
          </p:cNvPr>
          <p:cNvSpPr/>
          <p:nvPr/>
        </p:nvSpPr>
        <p:spPr>
          <a:xfrm>
            <a:off x="1298219" y="4289369"/>
            <a:ext cx="2146832" cy="1510031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5975BF9-CD91-050D-DB3F-84F43B5E4AF0}"/>
              </a:ext>
            </a:extLst>
          </p:cNvPr>
          <p:cNvSpPr/>
          <p:nvPr/>
        </p:nvSpPr>
        <p:spPr>
          <a:xfrm>
            <a:off x="4796518" y="4289369"/>
            <a:ext cx="2146832" cy="1510031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6B11F89-62E7-E903-D15A-F1B4B5AA163D}"/>
              </a:ext>
            </a:extLst>
          </p:cNvPr>
          <p:cNvSpPr/>
          <p:nvPr/>
        </p:nvSpPr>
        <p:spPr>
          <a:xfrm>
            <a:off x="8368769" y="4289369"/>
            <a:ext cx="2146832" cy="1510031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Redis: What, Why, How - Ivo's Blog!">
            <a:extLst>
              <a:ext uri="{FF2B5EF4-FFF2-40B4-BE49-F238E27FC236}">
                <a16:creationId xmlns:a16="http://schemas.microsoft.com/office/drawing/2014/main" id="{41C9FA5C-A9C9-4983-4921-62AA0524B1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90" r="31221"/>
          <a:stretch>
            <a:fillRect/>
          </a:stretch>
        </p:blipFill>
        <p:spPr>
          <a:xfrm>
            <a:off x="8832685" y="4504805"/>
            <a:ext cx="1223414" cy="1079159"/>
          </a:xfrm>
          <a:prstGeom prst="rect">
            <a:avLst/>
          </a:prstGeom>
        </p:spPr>
      </p:pic>
      <p:pic>
        <p:nvPicPr>
          <p:cNvPr id="6" name="Picture 5" descr="The MinIO Enterprise Object Store: Built for AI Data Infrastructure">
            <a:extLst>
              <a:ext uri="{FF2B5EF4-FFF2-40B4-BE49-F238E27FC236}">
                <a16:creationId xmlns:a16="http://schemas.microsoft.com/office/drawing/2014/main" id="{70B347B2-A2B7-3DBA-1D71-851B0DA981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97" t="35249" r="15274" b="36237"/>
          <a:stretch>
            <a:fillRect/>
          </a:stretch>
        </p:blipFill>
        <p:spPr>
          <a:xfrm>
            <a:off x="1410074" y="4779560"/>
            <a:ext cx="1924827" cy="410800"/>
          </a:xfrm>
          <a:prstGeom prst="rect">
            <a:avLst/>
          </a:prstGeom>
        </p:spPr>
      </p:pic>
      <p:pic>
        <p:nvPicPr>
          <p:cNvPr id="5" name="Picture 4" descr="FastAPI - FastAPI">
            <a:extLst>
              <a:ext uri="{FF2B5EF4-FFF2-40B4-BE49-F238E27FC236}">
                <a16:creationId xmlns:a16="http://schemas.microsoft.com/office/drawing/2014/main" id="{B48C2D43-9CA7-2D71-75E1-079E8C9873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185" b="15517"/>
          <a:stretch>
            <a:fillRect/>
          </a:stretch>
        </p:blipFill>
        <p:spPr>
          <a:xfrm>
            <a:off x="4762528" y="2047552"/>
            <a:ext cx="2142417" cy="527267"/>
          </a:xfrm>
          <a:prstGeom prst="rect">
            <a:avLst/>
          </a:prstGeom>
        </p:spPr>
      </p:pic>
      <p:pic>
        <p:nvPicPr>
          <p:cNvPr id="8" name="Picture 7" descr="Task 3: Deploying a Python App with Nginx, RabbitMQ, and Celery for Email  Sending and Logging | by Joshua Adeyemi | Python in Plain English">
            <a:extLst>
              <a:ext uri="{FF2B5EF4-FFF2-40B4-BE49-F238E27FC236}">
                <a16:creationId xmlns:a16="http://schemas.microsoft.com/office/drawing/2014/main" id="{12E80B07-07B9-8C6B-F18A-BF54CBF3CE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0000" t="12897" r="36585" b="19841"/>
          <a:stretch>
            <a:fillRect/>
          </a:stretch>
        </p:blipFill>
        <p:spPr>
          <a:xfrm>
            <a:off x="5374918" y="4488780"/>
            <a:ext cx="921031" cy="1111210"/>
          </a:xfrm>
          <a:prstGeom prst="rect">
            <a:avLst/>
          </a:prstGeom>
        </p:spPr>
      </p:pic>
      <p:pic>
        <p:nvPicPr>
          <p:cNvPr id="4" name="Picture 3" descr="TimescaleDB on DigitalOcean's PostgreSQL instance">
            <a:extLst>
              <a:ext uri="{FF2B5EF4-FFF2-40B4-BE49-F238E27FC236}">
                <a16:creationId xmlns:a16="http://schemas.microsoft.com/office/drawing/2014/main" id="{0E9DD0AC-4AB4-4151-540C-E885569B2A1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079" t="32457" r="24303" b="8312"/>
          <a:stretch>
            <a:fillRect/>
          </a:stretch>
        </p:blipFill>
        <p:spPr>
          <a:xfrm>
            <a:off x="8367916" y="1853814"/>
            <a:ext cx="2146832" cy="1040287"/>
          </a:xfrm>
          <a:prstGeom prst="rect">
            <a:avLst/>
          </a:prstGeom>
        </p:spPr>
      </p:pic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474EEA5-E6D1-6BBD-16EE-936021D513D6}"/>
              </a:ext>
            </a:extLst>
          </p:cNvPr>
          <p:cNvSpPr/>
          <p:nvPr/>
        </p:nvSpPr>
        <p:spPr>
          <a:xfrm>
            <a:off x="8368769" y="1581839"/>
            <a:ext cx="2146832" cy="1510031"/>
          </a:xfrm>
          <a:prstGeom prst="round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449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Nimesh Akalanka Herath Mudiyanselage</dc:creator>
  <cp:lastModifiedBy>Nimesh Akalanka Herath Mudiyanselage</cp:lastModifiedBy>
  <cp:revision>18</cp:revision>
  <dcterms:created xsi:type="dcterms:W3CDTF">2026-07-21T20:29:43Z</dcterms:created>
  <dcterms:modified xsi:type="dcterms:W3CDTF">2026-07-21T23:09:38Z</dcterms:modified>
</cp:coreProperties>
</file>